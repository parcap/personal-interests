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8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39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6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4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7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3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5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2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7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3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6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3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23402-18B3-4CBF-872A-56EE922CB38D}" type="datetimeFigureOut">
              <a:rPr lang="en-US" smtClean="0"/>
              <a:t>1/27/2020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7D5DD-2D86-4142-A9C0-C1D0F1880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9365" y="561788"/>
            <a:ext cx="3561979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Books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69362" y="1721223"/>
            <a:ext cx="3561979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DataCamp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69364" y="4918635"/>
            <a:ext cx="3561979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DataCamp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9363" y="1078752"/>
            <a:ext cx="3561979" cy="4781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Financial Modeling &amp; Valuation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Forecasting Principles and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9362" y="2242669"/>
            <a:ext cx="3561979" cy="26221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en-US" sz="1050" smtClean="0"/>
              <a:t>Statistics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Foundations of Probability in Python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Statistical Thinking in Python (Part 1)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Statistical Thinking in Python (Part 2)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Case Studies in Statistical Thinking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Preparing for Statistics Interview Questions in Python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Statistical Simulation in Python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Time Series Analysis in Python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Introduction to Linear Modeling in Python</a:t>
            </a:r>
          </a:p>
          <a:p>
            <a:pPr marL="460375" lvl="1" indent="-233363">
              <a:buFont typeface="+mj-lt"/>
              <a:buAutoNum type="alphaLcParenR"/>
            </a:pPr>
            <a:r>
              <a:rPr lang="en-US" sz="1050" smtClean="0"/>
              <a:t>Generalized Linear Models in Python</a:t>
            </a:r>
          </a:p>
          <a:p>
            <a:pPr marL="460375" lvl="1" indent="-233363">
              <a:buFont typeface="+mj-lt"/>
              <a:buAutoNum type="alphaLcParenR"/>
            </a:pPr>
            <a:endParaRPr lang="en-US" sz="1050" smtClean="0"/>
          </a:p>
          <a:p>
            <a:pPr marL="228600" indent="-228600">
              <a:buFont typeface="+mj-lt"/>
              <a:buAutoNum type="arabicPeriod"/>
            </a:pPr>
            <a:r>
              <a:rPr lang="en-US" sz="1050" smtClean="0"/>
              <a:t>Machine Learning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smtClean="0"/>
              <a:t>Forecasting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smtClean="0"/>
              <a:t>Stock 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0187" y="561788"/>
            <a:ext cx="2994213" cy="47811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2020 Goals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80186" y="1595716"/>
            <a:ext cx="2994213" cy="7351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Statistics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Machine Learing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Stock 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0187" y="1078752"/>
            <a:ext cx="2994213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Build Knowledge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80185" y="2886634"/>
            <a:ext cx="2994213" cy="5827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Competitive Portfolios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Prognostication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0185" y="2369670"/>
            <a:ext cx="2994213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Build Platforms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80185" y="4025152"/>
            <a:ext cx="2994213" cy="738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Migrate Systems Maintenance</a:t>
            </a:r>
          </a:p>
          <a:p>
            <a:pPr marL="460375" lvl="1" indent="-173038">
              <a:buFont typeface="Arial" panose="020B0604020202020204" pitchFamily="34" charset="0"/>
              <a:buChar char="•"/>
            </a:pPr>
            <a:r>
              <a:rPr lang="en-US" sz="1050" smtClean="0"/>
              <a:t>Documentation</a:t>
            </a:r>
          </a:p>
          <a:p>
            <a:pPr marL="460375" lvl="1" indent="-173038">
              <a:buFont typeface="Arial" panose="020B0604020202020204" pitchFamily="34" charset="0"/>
              <a:buChar char="•"/>
            </a:pPr>
            <a:r>
              <a:rPr lang="en-US" sz="1050" smtClean="0"/>
              <a:t>Training</a:t>
            </a:r>
          </a:p>
          <a:p>
            <a:pPr marL="460375" lvl="1" indent="-173038">
              <a:buFont typeface="Arial" panose="020B0604020202020204" pitchFamily="34" charset="0"/>
              <a:buChar char="•"/>
            </a:pPr>
            <a:r>
              <a:rPr lang="en-US" sz="1050" smtClean="0"/>
              <a:t>Quality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0185" y="3508187"/>
            <a:ext cx="2994213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Build Bandwidth</a:t>
            </a: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080185" y="5319060"/>
            <a:ext cx="2994213" cy="2569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smtClean="0"/>
              <a:t>Double personal portfolio market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0185" y="4802095"/>
            <a:ext cx="2994213" cy="478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Build Wealth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30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102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Jathar</dc:creator>
  <cp:lastModifiedBy>Nick Jathar</cp:lastModifiedBy>
  <cp:revision>4</cp:revision>
  <dcterms:created xsi:type="dcterms:W3CDTF">2020-01-27T16:53:56Z</dcterms:created>
  <dcterms:modified xsi:type="dcterms:W3CDTF">2020-01-27T17:59:33Z</dcterms:modified>
</cp:coreProperties>
</file>